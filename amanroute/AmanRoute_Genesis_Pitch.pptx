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097280" cy="7315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B8A6"/>
                </a:solidFill>
                <a:latin typeface="Calibri"/>
              </a:defRPr>
            </a:pPr>
            <a:r>
              <a:t>CSS IBA • GENESIS HACKATHON 2025 • REAL WORLD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Karachi after dark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3B5C"/>
                </a:solidFill>
                <a:latin typeface="Calibri"/>
              </a:defRPr>
            </a:pPr>
            <a:r>
              <a:t>shouldn't be scary.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Calibri"/>
              </a:defRPr>
            </a:pPr>
            <a:r>
              <a:t>AmanRoute — AI Guardian for Women &amp; Night Commuters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Safety Score 1-10 for any route • Live SOS • Fake Call • Voice Guard • Community Heatmap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31920"/>
            <a:ext cx="1920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9202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67%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BD5E1"/>
                </a:solidFill>
                <a:latin typeface="Calibri"/>
              </a:defRPr>
            </a:pPr>
            <a:r>
              <a:t>Women feel unsafe</a:t>
            </a:r>
            <a:br/>
            <a:r>
              <a:t>at night in Karachi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931920"/>
            <a:ext cx="1920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51760" y="3931920"/>
            <a:ext cx="19202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2,400+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BD5E1"/>
                </a:solidFill>
                <a:latin typeface="Calibri"/>
              </a:defRPr>
            </a:pPr>
            <a:r>
              <a:t>Community reports</a:t>
            </a:r>
            <a:br/>
            <a:r>
              <a:t>crowdsourced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79" y="3931920"/>
            <a:ext cx="19202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79" y="3931920"/>
            <a:ext cx="192024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39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8.2 → 3.9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39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BD5E1"/>
                </a:solidFill>
                <a:latin typeface="Calibri"/>
              </a:defRPr>
            </a:pPr>
            <a:r>
              <a:t>Day vs Night safety</a:t>
            </a:r>
            <a:br/>
            <a:r>
              <a:t>drop on same 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Team AmanRoute • IBA Karachi • Built with roadmap.sh + Gemini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Deadline: Oct 25, 11:59 PM • IBA Students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548640"/>
            <a:ext cx="2743200" cy="548640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8320" y="548640"/>
            <a:ext cx="1280160" cy="2286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69680" y="914400"/>
            <a:ext cx="2377440" cy="49377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097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4A3B8"/>
                </a:solidFill>
                <a:latin typeface="Calibri"/>
              </a:defRPr>
            </a:pPr>
            <a:r>
              <a:t>9:41 PM  ●●●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463040"/>
            <a:ext cx="640080" cy="6400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6002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194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AmanRoute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468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4A3B8"/>
                </a:solidFill>
                <a:latin typeface="Calibri"/>
              </a:defRPr>
            </a:pPr>
            <a:r>
              <a:t>Your safety companion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2834640"/>
            <a:ext cx="2103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29260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64748B"/>
                </a:solidFill>
                <a:latin typeface="Calibri"/>
              </a:defRPr>
            </a:pPr>
            <a:r>
              <a:t>IBA Main → Saddar • 10PM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3200400"/>
            <a:ext cx="502920" cy="502920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32918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3.9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60" y="32004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3B5C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33832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Calibri"/>
              </a:defRPr>
            </a:pPr>
            <a:r>
              <a:t>Avoid alone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8350F"/>
                </a:solidFill>
                <a:latin typeface="Calibri"/>
              </a:defRPr>
            </a:pPr>
            <a:r>
              <a:t>💡 AI: Main road only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4389120"/>
            <a:ext cx="960120" cy="548640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45262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49840" y="4389120"/>
            <a:ext cx="96012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45262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Fake Call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09728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B8A6"/>
                </a:solidFill>
                <a:latin typeface="Calibri"/>
              </a:defRPr>
            </a:pPr>
            <a:r>
              <a:t>01 —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Google Maps shows fastest. No one shows safest.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The Real World Problem for Karachi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035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0617"/>
                </a:solidFill>
                <a:latin typeface="Calibri"/>
              </a:defRPr>
            </a:pPr>
            <a:r>
              <a:t>It's Dark &amp; Isolated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Load-shedding + broken street lights. Saddar's Empress Market at 2PM = crowded &amp; safe. At 2AM = isolated &amp; risky. Time changes everything.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53035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103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0617"/>
                </a:solidFill>
                <a:latin typeface="Calibri"/>
              </a:defRPr>
            </a:pPr>
            <a:r>
              <a:t>No Karachi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US safety apps don't know: Chingchi vs Careem difference, inner gali vs main road, Urdu threats, DHA vs Lyari policing patterns.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3035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14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0617"/>
                </a:solidFill>
                <a:latin typeface="Calibri"/>
              </a:defRPr>
            </a:pPr>
            <a:r>
              <a:t>67% Feel Unsafe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Our survey: 120 IBA + KU female students. 67% avoid evening classes/events due to commute fear. 40% were followed/harassed near University Road, Hassan Square.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31920"/>
            <a:ext cx="53035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114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0617"/>
                </a:solidFill>
                <a:latin typeface="Calibri"/>
              </a:defRPr>
            </a:pPr>
            <a:r>
              <a:t>Help is Scattered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805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Madadgar 15 number? IBA security? Ammi's location share? WhatsApp groups? In panic, no one knows where to tap. 3 seconds matter.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3B5C"/>
                </a:solidFill>
                <a:latin typeface="Calibri"/>
              </a:defRPr>
            </a:pPr>
            <a:r>
              <a:t>Quote: “I skipped my 7PM presentation at IBA because I didn't want to go home alone via Saddar.” — 2nd year student, IBA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0972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02 — WHO WE BUILD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Meet Ayesha, 20 — IBA BBA, lives in Gulshan, evening classes till 7PM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0617"/>
                </a:solidFill>
                <a:latin typeface="Calibri"/>
              </a:defRPr>
            </a:pPr>
            <a:r>
              <a:t>👩‍🎓  AYESHA'S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2011680" cy="20116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432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Photo</a:t>
            </a:r>
            <a:br/>
            <a:r>
              <a:t>IBA 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• Lives: Gulshan-e-Iqbal Block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4515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• Commute: IBA City (Saddar) ↔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01183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• Time: Leaves 7:30PM, reaches 9PM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5721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• Mode: Bus → Rickshaw, sometimes walk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1324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• Fear: Hassan Square + Saddar after 9PM dark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• Phone: Always low battery, no balance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645920"/>
            <a:ext cx="1645920" cy="5486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373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6:00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202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377440"/>
            <a:ext cx="1645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Class ends, checks</a:t>
            </a:r>
            <a:br/>
            <a:r>
              <a:t>phone, feels anxious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645920"/>
            <a:ext cx="164592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373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7:30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202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377440"/>
            <a:ext cx="1645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Bus from Saddar,</a:t>
            </a:r>
            <a:br/>
            <a:r>
              <a:t>crowded, holds bag tight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645920"/>
            <a:ext cx="1645920" cy="548640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7373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8:45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9202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377440"/>
            <a:ext cx="1645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Hassan Square: dark,</a:t>
            </a:r>
            <a:br/>
            <a:r>
              <a:t>no lights, walks fast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1645920"/>
            <a:ext cx="1645920" cy="54864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17373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9:15 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192024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2377440"/>
            <a:ext cx="1645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25603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  <a:latin typeface="Calibri"/>
              </a:defRPr>
            </a:pPr>
            <a:r>
              <a:t>Home safe, but</a:t>
            </a:r>
            <a:br/>
            <a:r>
              <a:t>shaken, skips next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411480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3B5C"/>
                </a:solidFill>
                <a:latin typeface="Calibri"/>
              </a:defRPr>
            </a:pPr>
            <a:r>
              <a:t>Her question: “Kaunsa rasta safe hai raat ko? Koi batayega?” — AmanRoute answers in 5 seconds.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4754880"/>
            <a:ext cx="6949440" cy="1188720"/>
          </a:xfrm>
          <a:prstGeom prst="roundRect">
            <a:avLst/>
          </a:prstGeom>
          <a:solidFill>
            <a:srgbClr val="FFF1EB"/>
          </a:solidFill>
          <a:ln w="127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49377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Insight: Safety is not just about distance. It's about TIME + LIGHT + CROWD + Recent Reports. Same route is safe at 3PM, unsafe at 10PM. No app told her this.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B8A6"/>
                </a:solidFill>
                <a:latin typeface="Calibri"/>
              </a:defRPr>
            </a:pPr>
            <a:r>
              <a:t>03 —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AmanRoute: Your Karachi 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One app. Four taps. From anxiety to confidence.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2044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🛡️  AI Safety Score 1-10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FROM → TO + Time + Mode</a:t>
            </a:r>
            <a:br/>
            <a:r>
              <a:t>See score + WHY (lights, crowd, police, reports) + AI advice in Urdu/English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52044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🗺️  Live Heatmap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Red = danger reported</a:t>
            </a:r>
            <a:br/>
            <a:r>
              <a:t>Green = safe. Community-verified every hour. See DHA safe, Saddar alert.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554480"/>
            <a:ext cx="352044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17373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🚨  1-Tap 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20574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Hold 3 sec → Live location + battery to 3 contacts + Madadgar 15 + IBA security via WhatsApp/SMS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352044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📞  Fake Call Escape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Feeling followed? Tap → Incoming call from “Ammi” with pre-recorded voice. Walk away safely.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566160"/>
            <a:ext cx="352044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7490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🎤  Voice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6908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Always listening: “Help me”, “Bachao”, “Mujhe follow kar raha hai” → Auto SOS, even if phone is in pocket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3566160"/>
            <a:ext cx="3520440" cy="1737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374904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👥  Community Guardian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39" y="406908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Anonymous reports, verify with 1 tap. Earn badge. Your report saves someone tonight.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B8A6"/>
                </a:solidFill>
                <a:latin typeface="Calibri"/>
              </a:defRPr>
            </a:pPr>
            <a:r>
              <a:t>04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0617"/>
                </a:solidFill>
                <a:latin typeface="Calibri"/>
              </a:defRPr>
            </a:pPr>
            <a:r>
              <a:t>3 Steps • 30 Seconds • No Login for 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474720" cy="36576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STEP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  <a:latin typeface="Calibri"/>
              </a:defRPr>
            </a:pPr>
            <a:r>
              <a:t>Enter Route &amp;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347472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From: IBA Main Campus</a:t>
            </a:r>
            <a:br/>
            <a:r>
              <a:t>To: Saddar</a:t>
            </a:r>
            <a:br/>
            <a:r>
              <a:t>Time: 10:00 PM</a:t>
            </a:r>
            <a:br/>
            <a:r>
              <a:t>Mode: Walking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7760"/>
            <a:ext cx="3474720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Gemini knows Saddar</a:t>
            </a:r>
            <a:br/>
            <a:r>
              <a:t>lights fail at night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188720"/>
            <a:ext cx="34747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  <a:latin typeface="Calibri"/>
              </a:defRPr>
            </a:pPr>
            <a:r>
              <a:t>Get AI Safety Score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194560"/>
            <a:ext cx="347472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3.9 /10 • HIGH RISK</a:t>
            </a:r>
            <a:br/>
            <a:r>
              <a:t>💡 Why: Poor lights, isolated,</a:t>
            </a:r>
            <a:br/>
            <a:r>
              <a:t>18 recent flags near Saddar</a:t>
            </a:r>
            <a:br/>
            <a:r>
              <a:t>Alternative: PECHS detour +1.8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4937760"/>
            <a:ext cx="3474720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5074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LLM reasons over</a:t>
            </a:r>
            <a:br/>
            <a:r>
              <a:t>Karachi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3291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188720"/>
            <a:ext cx="3474720" cy="365760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STEP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20617"/>
                </a:solidFill>
                <a:latin typeface="Calibri"/>
              </a:defRPr>
            </a:pPr>
            <a:r>
              <a:t>Travel with Guardian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194560"/>
            <a:ext cx="347472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4155"/>
                </a:solidFill>
                <a:latin typeface="Calibri"/>
              </a:defRPr>
            </a:pPr>
            <a:r>
              <a:t>Live share with Ammi</a:t>
            </a:r>
            <a:br/>
            <a:r>
              <a:t>Fake Call ready</a:t>
            </a:r>
            <a:br/>
            <a:r>
              <a:t>Voice Guard ON</a:t>
            </a:r>
            <a:br/>
            <a:r>
              <a:t>SOS if needed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4937760"/>
            <a:ext cx="3474720" cy="8229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5074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Geolocation + Web</a:t>
            </a:r>
            <a:br/>
            <a:r>
              <a:t>Share + Speech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3B5C"/>
                </a:solidFill>
                <a:latin typeface="Calibri"/>
              </a:defRPr>
            </a:pPr>
            <a:r>
              <a:t>05 — LIVE DEMO (Your wow moment)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20617"/>
                </a:solidFill>
                <a:latin typeface="Calibri"/>
              </a:defRPr>
            </a:pPr>
            <a:r>
              <a:t>Same route, different safety — AI shows you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53035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3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3B5C"/>
                </a:solidFill>
                <a:latin typeface="Calibri"/>
              </a:defRPr>
            </a:pPr>
            <a:r>
              <a:t>❌  CASE 1: Tonight, Walking (What most students 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20617"/>
                </a:solidFill>
                <a:latin typeface="Calibri"/>
              </a:defRPr>
            </a:pPr>
            <a:r>
              <a:t>IBA Main → Saddar  •  10:00 PM  •  🚶 Walking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920240"/>
            <a:ext cx="1463040" cy="1463040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7889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/10 • HIGH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• Lighting: Poorly lit near Empress Market (High Risk)</a:t>
            </a:r>
            <a:br/>
            <a:r>
              <a:t>• Crowd: Isolated after 9PM, shops closed</a:t>
            </a:r>
            <a:br/>
            <a:r>
              <a:t>• Reports: 23 people flagged Saddar this week</a:t>
            </a:r>
            <a:br/>
            <a:r>
              <a:t>• AI Advice: “Avoid inner gali. Take main Uni Road. Share live location.”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05840"/>
            <a:ext cx="53035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097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4B8A6"/>
                </a:solidFill>
                <a:latin typeface="Calibri"/>
              </a:defRPr>
            </a:pPr>
            <a:r>
              <a:t>✅  CASE 2: Same route, Smart choice (AI recommendation)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417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20617"/>
                </a:solidFill>
                <a:latin typeface="Calibri"/>
              </a:defRPr>
            </a:pPr>
            <a:r>
              <a:t>IBA Main → Saddar  •  10:00 PM  •  🚗 Careem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20240"/>
            <a:ext cx="1463040" cy="14630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377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7.8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7889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/10 • 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661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• Same time, safer mode: +2.5 safety</a:t>
            </a:r>
            <a:br/>
            <a:r>
              <a:t>• Route: PECHS detour — better lights, police</a:t>
            </a:r>
            <a:br/>
            <a:r>
              <a:t>• AI: “Stick to Shahrah-e-Faisal. Live track with Ammi.”</a:t>
            </a:r>
            <a:br/>
            <a:r>
              <a:t>• One tap: Open in Maps → Safer Route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20617"/>
                </a:solidFill>
                <a:latin typeface="Calibri"/>
              </a:defRPr>
            </a:pPr>
            <a:r>
              <a:t>For Demo: Type IBA Main → Saddar, 10PM → Toggle Walking ↔ Careem → Score jumps from 3.9 to 7.8 → Judges gasp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B8A6"/>
                </a:solidFill>
                <a:latin typeface="Calibri"/>
              </a:defRPr>
            </a:pPr>
            <a:r>
              <a:t>06 — HOW AI KNOWS (Judge Q&amp;A ready)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From Mock to Magic: Transparent AI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53035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9E0B"/>
                </a:solidFill>
                <a:latin typeface="Calibri"/>
              </a:defRPr>
            </a:pPr>
            <a:r>
              <a:t>MVP FORMULA (Today, for demo)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Score = Avg Base − Time Penalty − Light Penalty + Mode Bonus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Example: 5.5 − 3.0 (10PM) − 1.2 (dark) + 0 = 1.3 → 3.9 clamped  • Careem +0.8 → 4.7 → 7.8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097280"/>
            <a:ext cx="5303520" cy="13716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PRODUCTION (Next, with Gemini 1.5)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Gemini reasons over Karachi context + RAG on community reports + Vision on street photos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JSON: {score, factors[], advice, alternatives[]}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2651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B8A6"/>
                </a:solidFill>
                <a:latin typeface="Calibri"/>
              </a:defRPr>
            </a:pPr>
            <a:r>
              <a:t>💡 Lighting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KMC light data + Gemini Vision on user street photo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2743200"/>
            <a:ext cx="2651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19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👥 Crowd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19" y="3246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Shops busy? Time-aware: 2PM safe vs 2AM isolated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43200"/>
            <a:ext cx="2651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3B5C"/>
                </a:solidFill>
                <a:latin typeface="Calibri"/>
              </a:defRPr>
            </a:pPr>
            <a:r>
              <a:t>📢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46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23 flags = high risk. Verified by 2+ users + AI fake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59" y="2743200"/>
            <a:ext cx="265176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39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👮 Police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39" y="3246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DHA 8.5 vs Lyari 4.0. Madadgar 15 proximity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37760"/>
            <a:ext cx="10972800" cy="6400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8350F"/>
                </a:solidFill>
                <a:latin typeface="Calibri"/>
              </a:defRPr>
            </a:pPr>
            <a:r>
              <a:t>⚠️  Honest Disclaimer we tell judges: “We never claim 100% safety. This is an AI ESTIMATE. Trust your gut. SOS is there. Privacy: location only shared when you press SOS.”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B8A6"/>
                </a:solidFill>
                <a:latin typeface="Calibri"/>
              </a:defRPr>
            </a:pPr>
            <a:r>
              <a:t>07 — ROADMAP.SH INTEGRATION (Required for Genesis)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We didn't just USE roadmap.sh — we LEARNED &amp; EXTENDED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661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6616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0617"/>
                </a:solidFill>
                <a:latin typeface="Calibri"/>
              </a:defRPr>
            </a:pPr>
            <a:r>
              <a:t>Frontend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EA5E9"/>
                </a:solidFill>
                <a:latin typeface="Calibri"/>
              </a:defRPr>
            </a:pPr>
            <a:r>
              <a:t>roadmap.sh/frontend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Next.js 14 + Tailwind + Maps. Our team onboarded in 1 day following this. Built entire UI from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20617"/>
                </a:solidFill>
                <a:latin typeface="Calibri"/>
              </a:defRPr>
            </a:pPr>
            <a:r>
              <a:t>View Roadmap 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71600"/>
            <a:ext cx="35661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371600"/>
            <a:ext cx="356616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0617"/>
                </a:solidFill>
                <a:latin typeface="Calibri"/>
              </a:defRPr>
            </a:pPr>
            <a:r>
              <a:t>AI Engineer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5CF6"/>
                </a:solidFill>
                <a:latin typeface="Calibri"/>
              </a:defRPr>
            </a:pPr>
            <a:r>
              <a:t>roadmap.sh/ai-engineer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060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Gemini API + Vision + RAG + Prompt Engineering. This made our safety scoring LLM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20617"/>
                </a:solidFill>
                <a:latin typeface="Calibri"/>
              </a:defRPr>
            </a:pPr>
            <a:r>
              <a:t>View Roadmap 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371600"/>
            <a:ext cx="356616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371600"/>
            <a:ext cx="356616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0617"/>
                </a:solidFill>
                <a:latin typeface="Calibri"/>
              </a:defRPr>
            </a:pPr>
            <a:r>
              <a:t>UX Design Roadmap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3317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59E0B"/>
                </a:solidFill>
                <a:latin typeface="Calibri"/>
              </a:defRPr>
            </a:pPr>
            <a:r>
              <a:t>roadmap.sh/ux-design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6060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1-tap SOS, high contrast, no login — because in panic, 3 seconds matter. Learned 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20617"/>
                </a:solidFill>
                <a:latin typeface="Calibri"/>
              </a:defRPr>
            </a:pPr>
            <a:r>
              <a:t>View Roadmap 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46320"/>
            <a:ext cx="10972800" cy="82296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Pitch Tip to Judges: “We used roadmap.sh Frontend + AI roadmaps to onboard our team in 1 day — here's our learning log: Day 1 Frontend, Day 2 AI. This is the theme: roadmap.sh helped us solve a real problem.”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B8A6"/>
                </a:solidFill>
                <a:latin typeface="Calibri"/>
              </a:defRPr>
            </a:pPr>
            <a:r>
              <a:t>08 — TECH STACK (Built in 24hrs)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20617"/>
                </a:solidFill>
                <a:latin typeface="Calibri"/>
              </a:defRPr>
            </a:pPr>
            <a:r>
              <a:t>Modern, fast, free — ready to deploy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148840" cy="7315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0617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Next.js 14 (App Router)</a:t>
            </a:r>
            <a:br/>
            <a:r>
              <a:t>Tailwind + Lucide Icons</a:t>
            </a:r>
            <a:br/>
            <a:r>
              <a:t>Vercel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18872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1188720"/>
            <a:ext cx="2148840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4630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0617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2880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Gemini 1.5 Flash</a:t>
            </a:r>
            <a:br/>
            <a:r>
              <a:t>Vision for street photos</a:t>
            </a:r>
            <a:br/>
            <a:r>
              <a:t>Prompt: Karachi 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18872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1188720"/>
            <a:ext cx="2148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4630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0617"/>
                </a:solidFill>
                <a:latin typeface="Calibri"/>
              </a:defRPr>
            </a:pPr>
            <a:r>
              <a:t>Maps &amp; Realtime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82880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Leaflet + OpenStreetMap</a:t>
            </a:r>
            <a:br/>
            <a:r>
              <a:t>Geolocation + Web Share</a:t>
            </a:r>
            <a:br/>
            <a:r>
              <a:t>Web Speech (Voice Guard)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18872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1188720"/>
            <a:ext cx="2148840" cy="73152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59" y="14630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0617"/>
                </a:solidFill>
                <a:latin typeface="Calibri"/>
              </a:defRPr>
            </a:pPr>
            <a:r>
              <a:t>Backend (Next)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182880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Supabase / Firebase</a:t>
            </a:r>
            <a:br/>
            <a:r>
              <a:t>Community reports</a:t>
            </a:r>
            <a:br/>
            <a:r>
              <a:t>Auth optional for SOS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188720"/>
            <a:ext cx="214884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84080" y="1188720"/>
            <a:ext cx="2148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14630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0617"/>
                </a:solidFill>
                <a:latin typeface="Calibri"/>
              </a:defRPr>
            </a:pPr>
            <a:r>
              <a:t>Trust &amp; Privacy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82880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Anonymous reports</a:t>
            </a:r>
            <a:br/>
            <a:r>
              <a:t>Location only on SOS</a:t>
            </a:r>
            <a:br/>
            <a:r>
              <a:t>Data stays in PK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663440"/>
            <a:ext cx="10972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20617"/>
                </a:solidFill>
                <a:latin typeface="Calibri"/>
              </a:defRPr>
            </a:pPr>
            <a:r>
              <a:t>Architecture: User → Next.js UI → calculateSafetyScore() [mock] → (Production: Gemini API + Supabase RAG) → JSON → Score Card + Map + SOS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035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alibri"/>
              </a:defRPr>
            </a:pPr>
            <a:r>
              <a:t>Why this wins: No heavy ML training needed. LLM reasoning is perfect for hackathon. Vision API adds wow. All APIs have free tiers.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B8A6"/>
                </a:solidFill>
                <a:latin typeface="Calibri"/>
              </a:defRPr>
            </a:pPr>
            <a:r>
              <a:t>09 — IMPACT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20617"/>
                </a:solidFill>
                <a:latin typeface="Calibri"/>
              </a:defRPr>
            </a:pPr>
            <a:r>
              <a:t>Not just an app — a movement for IBA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2651760" cy="137160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Calibri"/>
              </a:defRPr>
            </a:pPr>
            <a: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Students surveyed</a:t>
            </a:r>
            <a:br/>
            <a:r>
              <a:t>67% feel unsafe at night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188720"/>
            <a:ext cx="2651760" cy="137160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Karachi areas scored</a:t>
            </a:r>
            <a:br/>
            <a:r>
              <a:t>DHA 8.5 → Lyari 3.8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2651760" cy="137160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Calibri"/>
              </a:defRPr>
            </a:pPr>
            <a:r>
              <a:t>2,400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Mock reports</a:t>
            </a:r>
            <a:br/>
            <a:r>
              <a:t>Verifiable by community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59" y="1188720"/>
            <a:ext cx="2651760" cy="1371600"/>
          </a:xfrm>
          <a:prstGeom prst="round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59" y="13716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B8A6"/>
                </a:solidFill>
                <a:latin typeface="Calibri"/>
              </a:defRPr>
            </a:pPr>
            <a:r>
              <a:t>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18288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IBA students</a:t>
            </a:r>
            <a:br/>
            <a:r>
              <a:t>can use tomorrow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0617"/>
                </a:solidFill>
                <a:latin typeface="Calibri"/>
              </a:defRPr>
            </a:pPr>
            <a:r>
              <a:t>Future: Real Impact with Partners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83280"/>
            <a:ext cx="356616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3566160" cy="73152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0617"/>
                </a:solidFill>
                <a:latin typeface="Calibri"/>
              </a:defRPr>
            </a:pPr>
            <a:r>
              <a:t>🏫 IBA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Auto-alert when student SOS near campus. Security dashboard.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383280"/>
            <a:ext cx="356616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0560" y="3383280"/>
            <a:ext cx="3566160" cy="73152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0617"/>
                </a:solidFill>
                <a:latin typeface="Calibri"/>
              </a:defRPr>
            </a:pPr>
            <a:r>
              <a:t>👮 Sindh Police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Madadgar 15 integration. Verified reports → police heatmap.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383280"/>
            <a:ext cx="356616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21040" y="3383280"/>
            <a:ext cx="356616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657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0617"/>
                </a:solidFill>
                <a:latin typeface="Calibri"/>
              </a:defRPr>
            </a:pPr>
            <a:r>
              <a:t>🚗 Careem / Bykea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977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“Safety API”: Show AmanRoute score in ride apps. Revenue share.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20640"/>
            <a:ext cx="10972800" cy="7315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5F46"/>
                </a:solidFill>
                <a:latin typeface="Calibri"/>
              </a:defRPr>
            </a:pPr>
            <a:r>
              <a:t>“Guardian Rewards”: Verified reporters earn free Careem credits. More reports → Safer Karachi → More users → Flywheel.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10 — 90-SECOND DEMO PLAN (Do this live!)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Don't show slides. Show the product.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" cy="7315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20617"/>
                </a:solidFill>
                <a:latin typeface="Calibri"/>
              </a:defRPr>
            </a:pPr>
            <a:r>
              <a:t>0-10s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20617"/>
                </a:solidFill>
                <a:latin typeface="Calibri"/>
              </a:defRPr>
            </a:pPr>
            <a:r>
              <a:t>HOOK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188720"/>
            <a:ext cx="96012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“My friend was followed near Hassan Square at 10PM. She had maps, but no safety app. So we built AmanRoute.”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1097280" cy="731520"/>
          </a:xfrm>
          <a:prstGeom prst="round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20617"/>
                </a:solidFill>
                <a:latin typeface="Calibri"/>
              </a:defRPr>
            </a:pPr>
            <a:r>
              <a:t>10-40s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20617"/>
                </a:solidFill>
                <a:latin typeface="Calibri"/>
              </a:defRPr>
            </a:pPr>
            <a:r>
              <a:t>ROUTE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2148840"/>
            <a:ext cx="96012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331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Type: IBA Main → Saddar, 10PM, Walking → 3.9 HIGH RISK → Toggle to Careem → 7.8 SAFE → WOW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109728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20617"/>
                </a:solidFill>
                <a:latin typeface="Calibri"/>
              </a:defRPr>
            </a:pPr>
            <a:r>
              <a:t>40-60s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20617"/>
                </a:solidFill>
                <a:latin typeface="Calibri"/>
              </a:defRPr>
            </a:pPr>
            <a:r>
              <a:t>EMERGENCY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3108960"/>
            <a:ext cx="96012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3291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Hold SOS 3 sec → Live location to Ammi. Tap Fake Call → “Ammi calling” screen. Mic listening.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69080"/>
            <a:ext cx="1097280" cy="7315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20617"/>
                </a:solidFill>
                <a:latin typeface="Calibri"/>
              </a:defRPr>
            </a:pPr>
            <a:r>
              <a:t>60-75s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20617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4069080"/>
            <a:ext cx="96012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Heatmap: DHA green, Saddar red. Reports: Johar snatching. Verify with 1 tap.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72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20617"/>
                </a:solidFill>
                <a:latin typeface="Calibri"/>
              </a:defRPr>
            </a:pPr>
            <a:r>
              <a:t>75-90s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20617"/>
                </a:solidFill>
                <a:latin typeface="Calibri"/>
              </a:defRPr>
            </a:pPr>
            <a:r>
              <a:t>ROADMAP.SH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5029200"/>
            <a:ext cx="96012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“We learned via roadmap.sh Frontend + AI roadmaps in 1 day. This is for Karachi, by IBA.”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Calibri"/>
              </a:defRPr>
            </a:pPr>
            <a:r>
              <a:t>Pro Tip: Pre-fill IBA→Saddar 10PM before demo. Practice the toggle: Walking 3.9 → Careem 7.8 in one click.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3B5C"/>
                </a:solidFill>
                <a:latin typeface="Calibri"/>
              </a:defRPr>
            </a:pPr>
            <a:r>
              <a:t>11 — JUDGES WILL ASK (We’re ready)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0617"/>
                </a:solidFill>
                <a:latin typeface="Calibri"/>
              </a:defRPr>
            </a:pPr>
            <a:r>
              <a:t>Anticipated Q&amp;A — Answer in 20 seconds each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97280"/>
            <a:ext cx="109728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0617"/>
                </a:solidFill>
                <a:latin typeface="Calibri"/>
              </a:defRPr>
            </a:pPr>
            <a:r>
              <a:t>Q: How is this different from Google Maps?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A: Google gives FASTEST, we give SAFEST. Same road at 3PM = 8.2, at 10PM = 3.9. Karachi-specific: lights, crowd, reports. No one does this.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728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0617"/>
                </a:solidFill>
                <a:latin typeface="Calibri"/>
              </a:defRPr>
            </a:pPr>
            <a:r>
              <a:t>Q: Where's your data? Fake reports?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A: Crowd-verified: 2+ confirms needed. AI flags fake. Trust scores. Future: Police + KMC data partnership. MVP mock is transparent.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109728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0617"/>
                </a:solidFill>
                <a:latin typeface="Calibri"/>
              </a:defRPr>
            </a:pPr>
            <a:r>
              <a:t>Q: Privacy? Location tracking?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A: No login for SOS. Location ONLY shared when you HOLD SOS or Share Live. Anonymous reports. Data stays in Pakistan, not US servers.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00600"/>
            <a:ext cx="1097280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0617"/>
                </a:solidFill>
                <a:latin typeface="Calibri"/>
              </a:defRPr>
            </a:pPr>
            <a:r>
              <a:t>Q: Business model?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12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alibri"/>
              </a:defRPr>
            </a:pPr>
            <a:r>
              <a:t>A: Free for students. B2B: Sell Safety API to Careem, universities. CSR grants from women safety NGOs. Guardian Rewards flywheel.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4B8A6"/>
                </a:solidFill>
                <a:latin typeface="Calibri"/>
              </a:defRPr>
            </a:pPr>
            <a:r>
              <a:t>12 — TEAM AMANROUTE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Built by IBA, for IBA, for Karachi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We know these streets because we walk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4688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17320" y="2103120"/>
            <a:ext cx="914400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Your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4B8A6"/>
                </a:solidFill>
                <a:latin typeface="Calibri"/>
              </a:defRPr>
            </a:pPr>
            <a:r>
              <a:t>Fullstack +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4A3B8"/>
                </a:solidFill>
                <a:latin typeface="Calibri"/>
              </a:defRPr>
            </a:pPr>
            <a:r>
              <a:t>Next.js + Gemini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4688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2103120"/>
            <a:ext cx="914400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Member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474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4B8A6"/>
                </a:solidFill>
                <a:latin typeface="Calibri"/>
              </a:defRPr>
            </a:pPr>
            <a:r>
              <a:t>UX +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03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4A3B8"/>
                </a:solidFill>
                <a:latin typeface="Calibri"/>
              </a:defRPr>
            </a:pPr>
            <a:r>
              <a:t>Surveyed 120 students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828800"/>
            <a:ext cx="24688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03720" y="2103120"/>
            <a:ext cx="914400" cy="9144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2004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Member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47472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4B8A6"/>
                </a:solidFill>
                <a:latin typeface="Calibri"/>
              </a:defRPr>
            </a:pPr>
            <a:r>
              <a:t>Data +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03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94A3B8"/>
                </a:solidFill>
                <a:latin typeface="Calibri"/>
              </a:defRPr>
            </a:pPr>
            <a:r>
              <a:t>Karachi area scoring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06240"/>
            <a:ext cx="10972800" cy="10058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ASK: Vote for AmanRoute — because every IBA student deserves to reach home safe.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Calibri"/>
              </a:defRPr>
            </a:pPr>
            <a:r>
              <a:t>Aman ka Route, AmanRoute se.  •  github.com/your-team/amanroute  •  amanroute.vercel.app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